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oundRect">
            <a:avLst>
              <a:gd name="adj" fmla="val 9000"/>
            </a:avLst>
          </a:prstGeom>
          <a:noFill/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2026-06-15T19:53:18Z</dcterms:created>
  <dcterms:modified xsi:type="dcterms:W3CDTF">2026-06-15T19:53:18Z</dcterms:modified>
</cp:coreProperties>
</file>