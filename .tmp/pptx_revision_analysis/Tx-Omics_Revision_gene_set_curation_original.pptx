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genes</c:v>
                </c:pt>
              </c:strCache>
            </c:strRef>
          </c:tx>
          <c:spPr>
            <a:solidFill>
              <a:srgbClr val="2F6B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3A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Ribosomal /
translation</c:v>
                </c:pt>
                <c:pt idx="1">
                  <c:v>Mitochondrial /
metabolism</c:v>
                </c:pt>
                <c:pt idx="2">
                  <c:v>Immune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</c:v>
                </c:pt>
                <c:pt idx="1">
                  <c:v>167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BC-7D46-8B56-925AE38207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4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4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BF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633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TX-OMICS REVISION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each gene set was curated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stocker-ready CSVs from Rosensweig–Shah 2026, with publication rules, DAVID pathway hits, FlyBase identity audit, and FBgn-only overlap.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2468880" cy="1234440"/>
          </a:xfrm>
          <a:prstGeom prst="rect">
            <a:avLst/>
          </a:prstGeom>
          <a:solidFill>
            <a:srgbClr val="14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9502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4590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categories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3840480"/>
            <a:ext cx="2468880" cy="1234440"/>
          </a:xfrm>
          <a:prstGeom prst="rect">
            <a:avLst/>
          </a:prstGeom>
          <a:solidFill>
            <a:srgbClr val="14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39502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37560" y="4590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pathway-hit lists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3840480"/>
            <a:ext cx="2468880" cy="1234440"/>
          </a:xfrm>
          <a:prstGeom prst="rect">
            <a:avLst/>
          </a:prstGeom>
          <a:solidFill>
            <a:srgbClr val="14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39502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035040" y="4590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FBgns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732520" y="3840480"/>
            <a:ext cx="2468880" cy="1234440"/>
          </a:xfrm>
          <a:prstGeom prst="rect">
            <a:avLst/>
          </a:prstGeom>
          <a:solidFill>
            <a:srgbClr val="14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732520" y="39502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732520" y="4590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stocker CSVs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Tx-Omics Revision  ·  gene-set curation  ·  Rosensweig–Shah 2026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0" y="6446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8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/  14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seven stocker inputs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2697480" cy="2304288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91440" cy="2304288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243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5179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5800" y="2130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4048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Mechanistic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28163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genes with in-vivo homeostatic support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55848" y="1078992"/>
            <a:ext cx="2697480" cy="2304288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55848" y="1078992"/>
            <a:ext cx="91440" cy="2304288"/>
          </a:xfrm>
          <a:prstGeom prst="rect">
            <a:avLst/>
          </a:prstGeom>
          <a:solidFill>
            <a:srgbClr val="3D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84448" y="1243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84448" y="15179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584448" y="2130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84448" y="24048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Homeostatic HxR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84448" y="28163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Hist+/Reb−  +  5 Hist−/Reb+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4496" y="1078992"/>
            <a:ext cx="2697480" cy="2304288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54496" y="1078992"/>
            <a:ext cx="91440" cy="2304288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83096" y="1243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83096" y="15179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483096" y="2130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83096" y="24048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CSW 4+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83096" y="28163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genes at frequency ≥4 (FC0.5)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53144" y="1078992"/>
            <a:ext cx="2697480" cy="2304288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153144" y="1078992"/>
            <a:ext cx="91440" cy="2304288"/>
          </a:xfrm>
          <a:prstGeom prst="rect">
            <a:avLst/>
          </a:prstGeom>
          <a:solidFill>
            <a:srgbClr val="8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381744" y="1243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81744" y="15179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9381744" y="2130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81744" y="24048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HLH regulators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381744" y="28163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bHLH factors from Results / Table S1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593592"/>
            <a:ext cx="2697480" cy="2304288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" y="3593592"/>
            <a:ext cx="91440" cy="2304288"/>
          </a:xfrm>
          <a:prstGeom prst="rect">
            <a:avLst/>
          </a:prstGeom>
          <a:solidFill>
            <a:srgbClr val="2F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5800" y="37581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" y="40325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685800" y="4645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" y="4919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Ribosomal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85800" y="53309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CSW genes hit for ribosome/translation GO terms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355848" y="3593592"/>
            <a:ext cx="2697480" cy="2304288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355848" y="3593592"/>
            <a:ext cx="91440" cy="2304288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584448" y="37581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584448" y="40325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167</a:t>
            </a:r>
            <a:endParaRPr lang="en-US" sz="3600" dirty="0"/>
          </a:p>
        </p:txBody>
      </p:sp>
      <p:sp>
        <p:nvSpPr>
          <p:cNvPr id="45" name="Text 43"/>
          <p:cNvSpPr/>
          <p:nvPr/>
        </p:nvSpPr>
        <p:spPr>
          <a:xfrm>
            <a:off x="3584448" y="4645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584448" y="4919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Mitochondrial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3584448" y="53309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CSW genes for </a:t>
            </a:r>
            <a:r>
              <a:rPr lang="en-US" sz="1200" dirty="0" err="1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/metabolism GO terms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254496" y="3593592"/>
            <a:ext cx="2697480" cy="2304288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254496" y="3593592"/>
            <a:ext cx="91440" cy="2304288"/>
          </a:xfrm>
          <a:prstGeom prst="rect">
            <a:avLst/>
          </a:prstGeom>
          <a:solidFill>
            <a:srgbClr val="8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83096" y="37581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483096" y="40325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52" name="Text 50"/>
          <p:cNvSpPr/>
          <p:nvPr/>
        </p:nvSpPr>
        <p:spPr>
          <a:xfrm>
            <a:off x="6483096" y="4645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483096" y="4919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Immune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6483096" y="53309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CSW genes hit for immune GO terms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153144" y="3593592"/>
            <a:ext cx="2697480" cy="2304288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153144" y="3593592"/>
            <a:ext cx="91440" cy="230428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381744" y="37581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9381744" y="40325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295</a:t>
            </a:r>
            <a:endParaRPr lang="en-US" sz="3600" dirty="0"/>
          </a:p>
        </p:txBody>
      </p:sp>
      <p:sp>
        <p:nvSpPr>
          <p:cNvPr id="59" name="Text 57"/>
          <p:cNvSpPr/>
          <p:nvPr/>
        </p:nvSpPr>
        <p:spPr>
          <a:xfrm>
            <a:off x="9381744" y="4645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9381744" y="4919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Seven-set union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9381744" y="53309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</a:t>
            </a:r>
            <a:r>
              <a:rPr lang="en-US" sz="1200" dirty="0" err="1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FBgns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5720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Tx-Omics Revision  ·  gene-set curation  ·  Rosensweig–Shah 2026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0515600" y="6446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14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Curation pipeline — two tracks, one stocker folder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5039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 ·  PUBLICATION CATEGORIES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697480" cy="123444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2606040" cy="73152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30759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56362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Publication +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breakdown tables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172968" y="1645920"/>
            <a:ext cx="164592" cy="201168"/>
          </a:xfrm>
          <a:prstGeom prst="rightArrow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55848" y="1143000"/>
            <a:ext cx="2697480" cy="123444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55848" y="1143000"/>
            <a:ext cx="2606040" cy="73152"/>
          </a:xfrm>
          <a:prstGeom prst="rect">
            <a:avLst/>
          </a:prstGeom>
          <a:solidFill>
            <a:srgbClr val="3D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93008" y="130759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93008" y="156362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category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CSVs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71616" y="1645920"/>
            <a:ext cx="164592" cy="201168"/>
          </a:xfrm>
          <a:prstGeom prst="rightArrow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54496" y="1143000"/>
            <a:ext cx="2697480" cy="123444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54496" y="1143000"/>
            <a:ext cx="2606040" cy="73152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91656" y="130759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91656" y="156362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FlyBase identity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70264" y="1645920"/>
            <a:ext cx="164592" cy="201168"/>
          </a:xfrm>
          <a:prstGeom prst="rightArrow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53144" y="1143000"/>
            <a:ext cx="2697480" cy="123444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53144" y="1143000"/>
            <a:ext cx="2606040" cy="73152"/>
          </a:xfrm>
          <a:prstGeom prst="rect">
            <a:avLst/>
          </a:prstGeom>
          <a:solidFill>
            <a:srgbClr val="2F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90304" y="130759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90304" y="156362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Promote four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files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11480" y="258775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 ·  PATHWAY HITS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880360"/>
            <a:ext cx="2697480" cy="123444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2880360"/>
            <a:ext cx="2606040" cy="73152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" y="304495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330098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CSW master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tables (freq ≥ 2)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172968" y="3383280"/>
            <a:ext cx="164592" cy="201168"/>
          </a:xfrm>
          <a:prstGeom prst="rightArrow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355848" y="2880360"/>
            <a:ext cx="2697480" cy="123444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355848" y="2880360"/>
            <a:ext cx="2606040" cy="73152"/>
          </a:xfrm>
          <a:prstGeom prst="rect">
            <a:avLst/>
          </a:prstGeom>
          <a:solidFill>
            <a:srgbClr val="3D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93008" y="304495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93008" y="330098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DAVID via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GO_Analysis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071616" y="3383280"/>
            <a:ext cx="164592" cy="201168"/>
          </a:xfrm>
          <a:prstGeom prst="rightArrow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254496" y="2880360"/>
            <a:ext cx="2697480" cy="123444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254496" y="2880360"/>
            <a:ext cx="2606040" cy="73152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91656" y="304495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91656" y="330098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term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8970264" y="3383280"/>
            <a:ext cx="164592" cy="201168"/>
          </a:xfrm>
          <a:prstGeom prst="rightArrow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153144" y="2880360"/>
            <a:ext cx="2697480" cy="123444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153144" y="2880360"/>
            <a:ext cx="2606040" cy="73152"/>
          </a:xfrm>
          <a:prstGeom prst="rect">
            <a:avLst/>
          </a:prstGeom>
          <a:solidFill>
            <a:srgbClr val="2F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290304" y="304495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290304" y="330098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pathway-hit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CSVs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411480" y="4434840"/>
            <a:ext cx="11292840" cy="178308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0080" y="45720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Promote only after both audits are clean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0080" y="491947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exactly seven CSVs — and no analysis files — into data/gene_sets/Tx-Omics_Revision/. Stocker recursively discovers every *.csv, so overlap tables, GO workbooks, and this deck must stay out of that discovery set (the .pptx is safe; extra CSVs are not).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0080" y="55961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key for overlap is flybase_gene_id only. Symbols are display labels.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5720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Tx-Omics Revision  ·  gene-set curation  ·  Rosensweig–Shah 2026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515600" y="6446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14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UNIVERSE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CSW observations before any category cut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2743200" cy="155448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647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FC0.5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743200" cy="155448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11556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FC1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1005840"/>
            <a:ext cx="2743200" cy="155448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72200" y="111556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7220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FC0.5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52560" y="1005840"/>
            <a:ext cx="2743200" cy="155448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052560" y="111556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05256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FC1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2788920"/>
            <a:ext cx="2743200" cy="169164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94360" y="3456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 rows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38221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by FBgn × threshold × direction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2788920"/>
            <a:ext cx="2743200" cy="169164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791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474720" y="3456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 FBgns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74720" y="38221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collapsed across thresholds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2200" y="2788920"/>
            <a:ext cx="2743200" cy="169164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5508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≥2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355080" y="3456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minimum frequency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55080" y="38221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master-table row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052560" y="2788920"/>
            <a:ext cx="2743200" cy="169164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23544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9235440" y="3456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235440" y="38221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through THIP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11480" y="4709160"/>
            <a:ext cx="11292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live in private/lab-materials/Tx-Omics_FollowUp/Data/Transcriptomics_Input/. Frequency, correlation, and cycling stay per threshold — never a max_frequency field.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Tx-Omics Revision  ·  gene-set curation  ·  Rosensweig–Shah 2026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515600" y="6446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14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01  ·  n =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Mechanistic: publication core joined to screen ranks 1–6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5760720" cy="521208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rule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Tx-Omics_homeostatic_genes_n=6genes.csv. Join by FBgn to ranks 1–6 of Tx-Omics_Mechanistic_Screen_Candidates_nsyb_elav.csv so mechanism, literature, and fl.ai fields survive.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5303520" cy="457200"/>
          </a:xfrm>
          <a:prstGeom prst="rect">
            <a:avLst/>
          </a:prstGeom>
          <a:solidFill>
            <a:srgbClr val="EFE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unc79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3172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NALCN auxiliary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514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044952"/>
            <a:ext cx="5303520" cy="457200"/>
          </a:xfrm>
          <a:prstGeom prst="rect">
            <a:avLst/>
          </a:prstGeom>
          <a:solidFill>
            <a:srgbClr val="EFE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0449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SIFa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31720" y="30449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neuropeptide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0449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575304"/>
            <a:ext cx="5303520" cy="457200"/>
          </a:xfrm>
          <a:prstGeom prst="rect">
            <a:avLst/>
          </a:prstGeom>
          <a:solidFill>
            <a:srgbClr val="EFE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5753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rumpel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31720" y="3575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glial transport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357530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105656"/>
            <a:ext cx="5303520" cy="457200"/>
          </a:xfrm>
          <a:prstGeom prst="rect">
            <a:avLst/>
          </a:prstGeom>
          <a:solidFill>
            <a:srgbClr val="EFE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1056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AstA-R2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331720" y="41056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AstA receptor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10565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636008"/>
            <a:ext cx="5303520" cy="457200"/>
          </a:xfrm>
          <a:prstGeom prst="rect">
            <a:avLst/>
          </a:prstGeom>
          <a:solidFill>
            <a:srgbClr val="EFE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6360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Trhn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331720" y="4636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tryptophan hydroxylase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46360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166360"/>
            <a:ext cx="5303520" cy="457200"/>
          </a:xfrm>
          <a:prstGeom prst="rect">
            <a:avLst/>
          </a:prstGeom>
          <a:solidFill>
            <a:srgbClr val="EFE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7240" y="5166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RpL23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331720" y="5166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ribosome / wake translation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0" y="5166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55080" y="1005840"/>
            <a:ext cx="5349240" cy="521208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83680" y="1143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schema</a:t>
            </a:r>
            <a:endParaRPr lang="en-US" sz="14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508760"/>
          <a:ext cx="4892040" cy="914400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ext_gene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stocker symbol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flybase_gene_id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stocker FBgn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mechanistic_evidence_type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/ correlated / curated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Mechanistic 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screen ranks 1–6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vs transcriptomic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Tx-Omics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Rosensweig–Shah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Mechanism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fl.ai Category / Confidence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joined, not invented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identity_status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6" name="Text 33"/>
          <p:cNvSpPr/>
          <p:nvPr/>
        </p:nvSpPr>
        <p:spPr>
          <a:xfrm>
            <a:off x="45720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Tx-Omics Revision  ·  gene-set curation  ·  Rosensweig–Shah 2026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0515600" y="6446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14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02  ·  n = 20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Homeostatic history × rebound, with one publication ID fix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3657600" cy="306324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3D7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History+  /  Rebound−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Sleep-history positive and rebound negative — the paper’s homeostatic signature.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1005840"/>
            <a:ext cx="3657600" cy="306324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51960" y="1143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43484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History−  /  Rebound+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5146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opposite quadrant. Union is 20 unique FBgns.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2440" y="1005840"/>
            <a:ext cx="3611880" cy="306324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75320" y="117043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Trhn, not trachealess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75320" y="187452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row trh / FBgn0262139 is publication-resolved to Trhn / FBgn0035187 (tryptophan hydroxylase). Results, Discussion, and Figure 14. The generated CSV never keeps the wrong FBgn.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4251960"/>
            <a:ext cx="11292840" cy="196596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389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 ·  identity columns only; literature annotations follow. No history/rebound coefficients exist in-repo and none were fabricated.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8006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ext_gene  ·  flybase_gene_id  ·  history_direction  ·  rebound_direction  ·  source_file  ·  identity_status  ·  identity_resolution_basis=RosensweigShah_2026_results_discussion_figure14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Tx-Omics Revision  ·  gene-set curation  ·  Rosensweig–Shah 2026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0" y="6446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14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03  ·  n = 97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CSW 4+: wake frequency union, never a collapsed max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7498080" cy="324612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rule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 FC0.5 wake frequency 4 + 5 + 6  →  97 unique genes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 FC1 wake frequency 4  →  7 genes, all already inside the FC0.5 4+ set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 Union remains 97. Sleep never reaches frequency 4.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 Keep frequency_FC0.5_wake and frequency_FC1_wake as separate fields.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005840"/>
            <a:ext cx="3611880" cy="324612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92440" y="12344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275320" y="2240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wake genes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26974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also qualify at FC1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sleep genes at freq 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4434840"/>
            <a:ext cx="11292840" cy="178308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 ·  threshold-scoped metadata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919472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ext_gene, flybase_gene_id, frequency_FC0.5_wake, frequency_FC1_wake, qualifies_FC0.5_4plus, qualifies_FC1_4plus, qualifying_thresholds, source_files, then per-threshold cycling, wake_corr_exps, and the seven experiment columns. No unsuffixed frequency or wake_corr_exps.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Tx-Omics Revision  ·  gene-set curation  ·  Rosensweig–Shah 2026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0" y="6446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14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04  ·  n =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HLH regulators: named in the paper, not taken from CSW tables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2743200" cy="196596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bigmax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FBgn0039509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743200" cy="196596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1887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HLH3B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FBgn0011276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005840"/>
            <a:ext cx="2743200" cy="196596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11887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E(spl)m3-HLH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FBgn0002609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52560" y="1005840"/>
            <a:ext cx="2743200" cy="196596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89720" y="11887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E(spl)mbeta-HLH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8972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FBgn0002733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200400"/>
            <a:ext cx="5669280" cy="292608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3649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evidence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7490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HOMER found the CAGCTG E-box upstream of wake-induced genes. Results and Table S1 name these four bHLH factors as potential direct upstream regulators. FlyBase IDs are resolved from those symbols on the 2026_01 synonym table.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63640" y="3200400"/>
            <a:ext cx="5440680" cy="292608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92240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 ·  publication only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730752"/>
          <a:ext cx="498348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ext_gene / flybase_gene_id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stocker 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publication_section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publication_table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CAGCTG E-box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publication_evidence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direct-regulator statement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identity_status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publication_named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5720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Tx-Omics Revision  ·  gene-set curation  ·  Rosensweig–Shah 2026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515600" y="6446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14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05–07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Pathway genes are DAVID hits, not all annotated genes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2743200" cy="233172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08760" y="1170432"/>
            <a:ext cx="438912" cy="438912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08760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 four CSW masters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GO_Analysis fetch_go_report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7227  ·  EASE 0.1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743200" cy="233172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89120" y="1170432"/>
            <a:ext cx="438912" cy="438912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1737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FDR ≤ 10% terms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377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FC1: no passing terms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(explicit outcome)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005840"/>
            <a:ext cx="2743200" cy="233172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69480" y="1170432"/>
            <a:ext cx="438912" cy="438912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69480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1737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Keyword-match term names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2377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ribosom / mitochondri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immune, Toll, Imd…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52560" y="1005840"/>
            <a:ext cx="2743200" cy="233172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149840" y="1170432"/>
            <a:ext cx="438912" cy="438912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149840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89720" y="1737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hit FBgns in those terms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89720" y="2377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unique gene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approved bucket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3566160"/>
            <a:ext cx="5669280" cy="256032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7307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policy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4096512"/>
            <a:ext cx="5212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Mitochondrial translation and the mitochondrial large/small ribosomal subunits match both ribosomal and mitochondrial keywords. They were assigned to every matched bucket (include_all_matched_buckets). That is why 31 genes sit in both pathway lists.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63640" y="3566160"/>
            <a:ext cx="5440680" cy="256032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92240" y="37307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pathway schema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92240" y="4096512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ext_gene, source_flybase_gene_id, flybase_gene_id, pathway_bucket, source_tables, directions, thresholds, go_term_ids / names / FDR min, per-threshold frequency and corr, in_CSW_4plus, in_Mechanistic_6, in_Homeostatic_20, in_HLH_4.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Tx-Omics Revision  ·  gene-set curation  ·  Rosensweig–Shah 2026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0" y="6446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14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SETS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three pathway lists are wake-only in this run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960120"/>
          <a:ext cx="585216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7" name="Image 0" descr="/Users/aadishms/Desktop/Projects.nosync/fl.AI-reagent-stocker/audit_outputs/Tx-Omics_Revision/Figures/pathway_overlap_ven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63640" y="1051560"/>
            <a:ext cx="5440680" cy="3794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3640" y="4937760"/>
            <a:ext cx="5440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Ribosomal 99  ·  Mitochondrial 167  ·  Immune 5. Intersection is mitochondrial ribosomal proteins from the three conflict terms. Immune (BomBc2, BomS1, BomS2, IM14, Thor) is disjoint.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Tx-Omics Revision  ·  gene-set curation  ·  Rosensweig–Shah 2026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515600" y="6446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14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FLYBASE AUDIT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rules that were allowed to pass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11247120" cy="1152144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109728" cy="115214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2161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Trhn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23360" y="12435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FBgn0035187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6276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Tryptophan hydroxylase neuronal. Exact current symbol. Publication-resolved in Homeostatic.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40864"/>
            <a:ext cx="11247120" cy="1152144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340864"/>
            <a:ext cx="109728" cy="1152144"/>
          </a:xfrm>
          <a:prstGeom prst="rect">
            <a:avLst/>
          </a:prstGeom>
          <a:solidFill>
            <a:srgbClr val="8B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4780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23360" y="25054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FBgn0262139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88950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trachealess. Exact current symbol. Must not appear in any generated identity field.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11247120" cy="1152144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602736"/>
            <a:ext cx="109728" cy="115214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7398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023360" y="3767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15137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 of Hn, Trhn, and trh. Never auto-approved without biological context.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864608"/>
            <a:ext cx="11247120" cy="1152144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4864608"/>
            <a:ext cx="109728" cy="115214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5001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RpL37a / arg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023360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source IDs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541324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Synonym-ambiguous, but exactly one candidate matches the current symbol case-insensitively (RpL37A, Arg).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Tx-Omics Revision  ·  gene-set curation  ·  Rosensweig–Shah 2026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0" y="6446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 ·  295 UNIQUE FBGNS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Pairwise overlapping-gene counts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7452360" cy="9144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CSW 4+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C4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C4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CSW 4+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C4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C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C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C4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C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C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C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C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38160" y="1051560"/>
            <a:ext cx="3566160" cy="502920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366760" y="1234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read 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66760" y="16002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is set size. Off-diagonal is shared FBgns. Dark terracotta = largest overlaps.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366760" y="2468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23544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exactly one set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366760" y="29992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</a:t>
            </a:r>
            <a:endParaRPr lang="en-US" sz="1800" dirty="0"/>
          </a:p>
        </p:txBody>
      </p:sp>
      <p:sp>
        <p:nvSpPr>
          <p:cNvPr id="6" name="Text 10"/>
          <p:cNvSpPr/>
          <p:nvPr/>
        </p:nvSpPr>
        <p:spPr>
          <a:xfrm>
            <a:off x="9235440" y="2999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exactly two sets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366760" y="35295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235440" y="35295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exactly three sets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366760" y="40599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235440" y="405993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CSW 4+ ∩ mito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66760" y="45902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235440" y="45902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CSW 4+ ∩ ribo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66760" y="5120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235440" y="5120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ribo ∩ mito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Tx-Omics Revision  ·  gene-set curation  ·  Rosensweig–Shah 2026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515600" y="6446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INTERSECTIONS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UpSet of the seven named sets</a:t>
            </a:r>
            <a:endParaRPr lang="en-US" sz="2600" dirty="0"/>
          </a:p>
        </p:txBody>
      </p:sp>
      <p:pic>
        <p:nvPicPr>
          <p:cNvPr id="6" name="Image 0" descr="/Users/aadishms/Desktop/Projects.nosync/fl.AI-reagent-stocker/audit_outputs/Tx-Omics_Revision/Figures/seven_set_upse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051560"/>
            <a:ext cx="7589520" cy="5029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83880" y="1051560"/>
            <a:ext cx="3520440" cy="502920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366760" y="1234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Largest exclusive blocks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66760" y="18288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8972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mitochondrial only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366760" y="2377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8972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ribosomal only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366760" y="29260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1897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CSW 4+ ∩ mito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366760" y="34747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18972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CSW 4+ only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66760" y="40233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18972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ribo ∩ mito only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366760" y="45720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189720" y="4572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only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366760" y="51206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189720" y="5120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HLH only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Tx-Omics Revision  ·  gene-set curation  ·  Rosensweig–Shah 2026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515600" y="6446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14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37744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CROSSES SETS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High-priority genes and the stocker contract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Trhn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FBgn0035187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Mechanistic  ·  Homeostatic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AstA-R2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FBgn0039595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Mechanistic  ·  Homeostatic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RpL23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FBgn0010078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Mechanistic  ·  CSW 4+  ·  Ribosomal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unc79, SIFa, rumpel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FBgn0038693, FBgn0053527, FBgn0029950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Mechanistic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bigmax, HLH3B, E(spl)m3-HLH, E(spl)mbeta-HLH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publication FBgns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HLH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BomBc2, BomS1, BomS2, IM14, Thor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immune FBgns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Immune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11247120" cy="1965960"/>
          </a:xfrm>
          <a:prstGeom prst="rect">
            <a:avLst/>
          </a:prstGeom>
          <a:solidFill>
            <a:srgbClr val="FFFB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42976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Stocker contract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46451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seven CSVs. Every file must have ext_gene and flybase_gene_id. No analysis CSVs in this folder.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5074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fl_ai_reagent_stocker run ./data/gene_sets/Tx-Omics_Revision/ \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--config ./data/config/stock_split_config_priority_example.json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Tx-Omics Revision  ·  gene-set curation  ·  Rosensweig–Shah 2026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15600" y="6446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1770</Words>
  <Application>Microsoft Macintosh PowerPoint</Application>
  <PresentationFormat>Widescreen</PresentationFormat>
  <Paragraphs>402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Tx-Omics Revision: how each gene set was curated</dc:title>
  <dc:subject>Curation schemas for seven Drosophila sleep-homeostasis gene sets</dc:subject>
  <dc:creator>fl.AI reagent stocker</dc:creator>
  <cp:lastModifiedBy>Shah, Aadish</cp:lastModifiedBy>
  <cp:revision>2</cp:revision>
  <dcterms:created xsi:type="dcterms:W3CDTF">2026-08-12T21:57:18Z</dcterms:created>
  <dcterms:modified xsi:type="dcterms:W3CDTF">2026-08-12T22:16:28Z</dcterms:modified>
</cp:coreProperties>
</file>